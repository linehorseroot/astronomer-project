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Title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 Here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one-line subtitle describing the system, initiative, or design under review.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 and what success looks like.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architecture and its constraints.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Design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and key decisions.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weighed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and milestones.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 services with clear, versioned contracts.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horizontally; design for 0 → N without rework.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Zero-trust, least-privilege, encryption everywhere.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degradation, retries, and circuit breakers.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declarative, and platform-portable.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and traces wired in from day one.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Routing · Rate-limit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microservices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NoSQL · Cache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Pub/Sub · async messaging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CI/CD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boxes, labels, and connectors to map your own system.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  vs.  Option 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deploy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initial cost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scale teams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release cycle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Microservices</a:t>
            </a:r>
            <a:endParaRPr lang="en-US" sz="1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autonomy</a:t>
            </a:r>
            <a:endParaRPr lang="en-US" sz="14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Low effort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High effort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Low effort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· High effort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initiative by the value it delivers against the effort it takes. Start top-left, defer bottom-right.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“Good architecture maximizes the number of decisions NOT made.”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this layout for a key takeaway, principle, or quote.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&lt;120ms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→ N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APIs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/ Warehouse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 BI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Swimlane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Services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persist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96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359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1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644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664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59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92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926080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63040" y="259689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1040" y="3639312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11040" y="33101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9040" y="4352544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59040" y="40233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5065776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59040" y="4736592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59040" y="5779008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11040" y="544982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1040" y="6492240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63040" y="616305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CI/CD, baseline security.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services, data layer, integrations.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Autoscaling, observability, hardening.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SRE, cost optimization, continuous delivery.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